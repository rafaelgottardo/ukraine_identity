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1"/>
    <p:restoredTop sz="94647"/>
  </p:normalViewPr>
  <p:slideViewPr>
    <p:cSldViewPr snapToGrid="0">
      <p:cViewPr varScale="1">
        <p:scale>
          <a:sx n="116" d="100"/>
          <a:sy n="116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511BB1-ECD5-E541-8D1A-5F0FEA777D7F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29717E32-AE9E-EB47-9574-7CB5766F79AC}">
      <dgm:prSet phldrT="[Text]" custT="1"/>
      <dgm:spPr/>
      <dgm:t>
        <a:bodyPr/>
        <a:lstStyle/>
        <a:p>
          <a:r>
            <a:rPr lang="en-US" sz="2800" dirty="0"/>
            <a:t>Issues and Ideas</a:t>
          </a:r>
        </a:p>
      </dgm:t>
    </dgm:pt>
    <dgm:pt modelId="{1BB43502-B040-6040-841B-0DD0909721A9}" type="parTrans" cxnId="{A9AF77E0-1FE9-B649-B118-4C1418B0E704}">
      <dgm:prSet/>
      <dgm:spPr/>
      <dgm:t>
        <a:bodyPr/>
        <a:lstStyle/>
        <a:p>
          <a:endParaRPr lang="en-US"/>
        </a:p>
      </dgm:t>
    </dgm:pt>
    <dgm:pt modelId="{35ABDC9C-DF61-F340-8E50-A7D3146DCED6}" type="sibTrans" cxnId="{A9AF77E0-1FE9-B649-B118-4C1418B0E704}">
      <dgm:prSet/>
      <dgm:spPr/>
      <dgm:t>
        <a:bodyPr/>
        <a:lstStyle/>
        <a:p>
          <a:endParaRPr lang="en-US"/>
        </a:p>
      </dgm:t>
    </dgm:pt>
    <dgm:pt modelId="{E9413C1F-A2E9-674A-A663-8C98143AB6BC}">
      <dgm:prSet phldrT="[Text]" custT="1"/>
      <dgm:spPr/>
      <dgm:t>
        <a:bodyPr/>
        <a:lstStyle/>
        <a:p>
          <a:r>
            <a:rPr lang="en-US" sz="2800" dirty="0"/>
            <a:t>Belief systems</a:t>
          </a:r>
        </a:p>
      </dgm:t>
    </dgm:pt>
    <dgm:pt modelId="{363C2397-C27B-7742-BBC8-23BC14762F88}" type="parTrans" cxnId="{FB88CBCA-1D1A-254F-9748-7BC1EB5037F4}">
      <dgm:prSet/>
      <dgm:spPr/>
      <dgm:t>
        <a:bodyPr/>
        <a:lstStyle/>
        <a:p>
          <a:endParaRPr lang="en-US"/>
        </a:p>
      </dgm:t>
    </dgm:pt>
    <dgm:pt modelId="{75372321-C659-774A-994F-780397790285}" type="sibTrans" cxnId="{FB88CBCA-1D1A-254F-9748-7BC1EB5037F4}">
      <dgm:prSet/>
      <dgm:spPr/>
      <dgm:t>
        <a:bodyPr/>
        <a:lstStyle/>
        <a:p>
          <a:endParaRPr lang="en-US"/>
        </a:p>
      </dgm:t>
    </dgm:pt>
    <dgm:pt modelId="{D46692DC-B5A2-EE47-9626-239F24BBFC4C}">
      <dgm:prSet phldrT="[Text]" custT="1"/>
      <dgm:spPr/>
      <dgm:t>
        <a:bodyPr/>
        <a:lstStyle/>
        <a:p>
          <a:r>
            <a:rPr lang="en-US" sz="2800" dirty="0"/>
            <a:t>Political Actors</a:t>
          </a:r>
        </a:p>
      </dgm:t>
    </dgm:pt>
    <dgm:pt modelId="{41306F2B-CF1E-6440-9C6B-54A45148B640}" type="parTrans" cxnId="{21537800-7EE7-604B-BDA8-7B5FAE7C2399}">
      <dgm:prSet/>
      <dgm:spPr/>
      <dgm:t>
        <a:bodyPr/>
        <a:lstStyle/>
        <a:p>
          <a:endParaRPr lang="en-US"/>
        </a:p>
      </dgm:t>
    </dgm:pt>
    <dgm:pt modelId="{AA4C3E21-D03B-D84C-8E21-0589F20A2BBB}" type="sibTrans" cxnId="{21537800-7EE7-604B-BDA8-7B5FAE7C2399}">
      <dgm:prSet/>
      <dgm:spPr/>
      <dgm:t>
        <a:bodyPr/>
        <a:lstStyle/>
        <a:p>
          <a:endParaRPr lang="en-US"/>
        </a:p>
      </dgm:t>
    </dgm:pt>
    <dgm:pt modelId="{C7BB61E6-0D7C-954E-A8A4-A0A7C44157E4}" type="pres">
      <dgm:prSet presAssocID="{77511BB1-ECD5-E541-8D1A-5F0FEA777D7F}" presName="Name0" presStyleCnt="0">
        <dgm:presLayoutVars>
          <dgm:dir/>
          <dgm:resizeHandles val="exact"/>
        </dgm:presLayoutVars>
      </dgm:prSet>
      <dgm:spPr/>
    </dgm:pt>
    <dgm:pt modelId="{FFC08C37-E527-0748-AC8C-C4E85E30E2AF}" type="pres">
      <dgm:prSet presAssocID="{29717E32-AE9E-EB47-9574-7CB5766F79AC}" presName="node" presStyleLbl="node1" presStyleIdx="0" presStyleCnt="3">
        <dgm:presLayoutVars>
          <dgm:bulletEnabled val="1"/>
        </dgm:presLayoutVars>
      </dgm:prSet>
      <dgm:spPr/>
    </dgm:pt>
    <dgm:pt modelId="{7D882609-FB8D-A344-A234-3B9EBF608F1D}" type="pres">
      <dgm:prSet presAssocID="{35ABDC9C-DF61-F340-8E50-A7D3146DCED6}" presName="sibTrans" presStyleLbl="sibTrans2D1" presStyleIdx="0" presStyleCnt="2"/>
      <dgm:spPr/>
    </dgm:pt>
    <dgm:pt modelId="{14246DCA-B601-6B46-823D-282892A7FA0A}" type="pres">
      <dgm:prSet presAssocID="{35ABDC9C-DF61-F340-8E50-A7D3146DCED6}" presName="connectorText" presStyleLbl="sibTrans2D1" presStyleIdx="0" presStyleCnt="2"/>
      <dgm:spPr/>
    </dgm:pt>
    <dgm:pt modelId="{51B60DD9-528C-154E-A326-18CD12164E12}" type="pres">
      <dgm:prSet presAssocID="{E9413C1F-A2E9-674A-A663-8C98143AB6BC}" presName="node" presStyleLbl="node1" presStyleIdx="1" presStyleCnt="3">
        <dgm:presLayoutVars>
          <dgm:bulletEnabled val="1"/>
        </dgm:presLayoutVars>
      </dgm:prSet>
      <dgm:spPr/>
    </dgm:pt>
    <dgm:pt modelId="{057C9B44-AD01-B641-8CD1-3A394D7CD6A9}" type="pres">
      <dgm:prSet presAssocID="{75372321-C659-774A-994F-780397790285}" presName="sibTrans" presStyleLbl="sibTrans2D1" presStyleIdx="1" presStyleCnt="2"/>
      <dgm:spPr/>
    </dgm:pt>
    <dgm:pt modelId="{7B215E31-21B9-5F4B-9839-7E91C3AC2FA9}" type="pres">
      <dgm:prSet presAssocID="{75372321-C659-774A-994F-780397790285}" presName="connectorText" presStyleLbl="sibTrans2D1" presStyleIdx="1" presStyleCnt="2"/>
      <dgm:spPr/>
    </dgm:pt>
    <dgm:pt modelId="{E2EBFC76-7CBF-164A-9648-1033EAE29560}" type="pres">
      <dgm:prSet presAssocID="{D46692DC-B5A2-EE47-9626-239F24BBFC4C}" presName="node" presStyleLbl="node1" presStyleIdx="2" presStyleCnt="3">
        <dgm:presLayoutVars>
          <dgm:bulletEnabled val="1"/>
        </dgm:presLayoutVars>
      </dgm:prSet>
      <dgm:spPr/>
    </dgm:pt>
  </dgm:ptLst>
  <dgm:cxnLst>
    <dgm:cxn modelId="{21537800-7EE7-604B-BDA8-7B5FAE7C2399}" srcId="{77511BB1-ECD5-E541-8D1A-5F0FEA777D7F}" destId="{D46692DC-B5A2-EE47-9626-239F24BBFC4C}" srcOrd="2" destOrd="0" parTransId="{41306F2B-CF1E-6440-9C6B-54A45148B640}" sibTransId="{AA4C3E21-D03B-D84C-8E21-0589F20A2BBB}"/>
    <dgm:cxn modelId="{7E8C1552-2508-C74B-B149-25E7781A9A1E}" type="presOf" srcId="{35ABDC9C-DF61-F340-8E50-A7D3146DCED6}" destId="{14246DCA-B601-6B46-823D-282892A7FA0A}" srcOrd="1" destOrd="0" presId="urn:microsoft.com/office/officeart/2005/8/layout/process1"/>
    <dgm:cxn modelId="{07658162-CDAD-AE4A-9F19-7408B326151C}" type="presOf" srcId="{77511BB1-ECD5-E541-8D1A-5F0FEA777D7F}" destId="{C7BB61E6-0D7C-954E-A8A4-A0A7C44157E4}" srcOrd="0" destOrd="0" presId="urn:microsoft.com/office/officeart/2005/8/layout/process1"/>
    <dgm:cxn modelId="{0AF3ED7C-9482-414A-B2B0-1C5BBAEE27EF}" type="presOf" srcId="{35ABDC9C-DF61-F340-8E50-A7D3146DCED6}" destId="{7D882609-FB8D-A344-A234-3B9EBF608F1D}" srcOrd="0" destOrd="0" presId="urn:microsoft.com/office/officeart/2005/8/layout/process1"/>
    <dgm:cxn modelId="{C863A080-A47D-EE41-B518-A87935711FFD}" type="presOf" srcId="{29717E32-AE9E-EB47-9574-7CB5766F79AC}" destId="{FFC08C37-E527-0748-AC8C-C4E85E30E2AF}" srcOrd="0" destOrd="0" presId="urn:microsoft.com/office/officeart/2005/8/layout/process1"/>
    <dgm:cxn modelId="{FA68F5C0-CAD4-304E-90D1-F5E1CB0818A8}" type="presOf" srcId="{E9413C1F-A2E9-674A-A663-8C98143AB6BC}" destId="{51B60DD9-528C-154E-A326-18CD12164E12}" srcOrd="0" destOrd="0" presId="urn:microsoft.com/office/officeart/2005/8/layout/process1"/>
    <dgm:cxn modelId="{FB88CBCA-1D1A-254F-9748-7BC1EB5037F4}" srcId="{77511BB1-ECD5-E541-8D1A-5F0FEA777D7F}" destId="{E9413C1F-A2E9-674A-A663-8C98143AB6BC}" srcOrd="1" destOrd="0" parTransId="{363C2397-C27B-7742-BBC8-23BC14762F88}" sibTransId="{75372321-C659-774A-994F-780397790285}"/>
    <dgm:cxn modelId="{8D83F7DC-67A2-8B4B-9ACC-2DE7C6AC32EA}" type="presOf" srcId="{D46692DC-B5A2-EE47-9626-239F24BBFC4C}" destId="{E2EBFC76-7CBF-164A-9648-1033EAE29560}" srcOrd="0" destOrd="0" presId="urn:microsoft.com/office/officeart/2005/8/layout/process1"/>
    <dgm:cxn modelId="{A9AF77E0-1FE9-B649-B118-4C1418B0E704}" srcId="{77511BB1-ECD5-E541-8D1A-5F0FEA777D7F}" destId="{29717E32-AE9E-EB47-9574-7CB5766F79AC}" srcOrd="0" destOrd="0" parTransId="{1BB43502-B040-6040-841B-0DD0909721A9}" sibTransId="{35ABDC9C-DF61-F340-8E50-A7D3146DCED6}"/>
    <dgm:cxn modelId="{3C5A42F0-B6C3-034F-8116-18A3C4C0559E}" type="presOf" srcId="{75372321-C659-774A-994F-780397790285}" destId="{7B215E31-21B9-5F4B-9839-7E91C3AC2FA9}" srcOrd="1" destOrd="0" presId="urn:microsoft.com/office/officeart/2005/8/layout/process1"/>
    <dgm:cxn modelId="{A63E55F6-2952-B14E-B676-9ED23DD97B4C}" type="presOf" srcId="{75372321-C659-774A-994F-780397790285}" destId="{057C9B44-AD01-B641-8CD1-3A394D7CD6A9}" srcOrd="0" destOrd="0" presId="urn:microsoft.com/office/officeart/2005/8/layout/process1"/>
    <dgm:cxn modelId="{B07FA07B-F6FE-F74C-A1F4-5F5C3D0659AE}" type="presParOf" srcId="{C7BB61E6-0D7C-954E-A8A4-A0A7C44157E4}" destId="{FFC08C37-E527-0748-AC8C-C4E85E30E2AF}" srcOrd="0" destOrd="0" presId="urn:microsoft.com/office/officeart/2005/8/layout/process1"/>
    <dgm:cxn modelId="{81C73D42-D942-8B44-A982-84F34A16543C}" type="presParOf" srcId="{C7BB61E6-0D7C-954E-A8A4-A0A7C44157E4}" destId="{7D882609-FB8D-A344-A234-3B9EBF608F1D}" srcOrd="1" destOrd="0" presId="urn:microsoft.com/office/officeart/2005/8/layout/process1"/>
    <dgm:cxn modelId="{177B6E34-8513-F44E-8FD5-B69139F8C6F0}" type="presParOf" srcId="{7D882609-FB8D-A344-A234-3B9EBF608F1D}" destId="{14246DCA-B601-6B46-823D-282892A7FA0A}" srcOrd="0" destOrd="0" presId="urn:microsoft.com/office/officeart/2005/8/layout/process1"/>
    <dgm:cxn modelId="{6DE3178F-2009-CB41-91A3-DDBDCF6B62E6}" type="presParOf" srcId="{C7BB61E6-0D7C-954E-A8A4-A0A7C44157E4}" destId="{51B60DD9-528C-154E-A326-18CD12164E12}" srcOrd="2" destOrd="0" presId="urn:microsoft.com/office/officeart/2005/8/layout/process1"/>
    <dgm:cxn modelId="{640AB3E2-327D-9249-B54F-DA12C8571089}" type="presParOf" srcId="{C7BB61E6-0D7C-954E-A8A4-A0A7C44157E4}" destId="{057C9B44-AD01-B641-8CD1-3A394D7CD6A9}" srcOrd="3" destOrd="0" presId="urn:microsoft.com/office/officeart/2005/8/layout/process1"/>
    <dgm:cxn modelId="{FA986ECF-5A0E-6540-AE09-7F6BBA94EF9F}" type="presParOf" srcId="{057C9B44-AD01-B641-8CD1-3A394D7CD6A9}" destId="{7B215E31-21B9-5F4B-9839-7E91C3AC2FA9}" srcOrd="0" destOrd="0" presId="urn:microsoft.com/office/officeart/2005/8/layout/process1"/>
    <dgm:cxn modelId="{6B65F177-2E6A-9D4E-A6BB-D65CD85A9042}" type="presParOf" srcId="{C7BB61E6-0D7C-954E-A8A4-A0A7C44157E4}" destId="{E2EBFC76-7CBF-164A-9648-1033EAE2956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08C37-E527-0748-AC8C-C4E85E30E2AF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Issues and Ideas</a:t>
          </a:r>
        </a:p>
      </dsp:txBody>
      <dsp:txXfrm>
        <a:off x="44665" y="2106299"/>
        <a:ext cx="2060143" cy="1206068"/>
      </dsp:txXfrm>
    </dsp:sp>
    <dsp:sp modelId="{7D882609-FB8D-A344-A234-3B9EBF608F1D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355850" y="2550475"/>
        <a:ext cx="316861" cy="317716"/>
      </dsp:txXfrm>
    </dsp:sp>
    <dsp:sp modelId="{51B60DD9-528C-154E-A326-18CD12164E12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Belief systems</a:t>
          </a:r>
        </a:p>
      </dsp:txBody>
      <dsp:txXfrm>
        <a:off x="3033928" y="2106299"/>
        <a:ext cx="2060143" cy="1206068"/>
      </dsp:txXfrm>
    </dsp:sp>
    <dsp:sp modelId="{057C9B44-AD01-B641-8CD1-3A394D7CD6A9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45112" y="2550475"/>
        <a:ext cx="316861" cy="317716"/>
      </dsp:txXfrm>
    </dsp:sp>
    <dsp:sp modelId="{E2EBFC76-7CBF-164A-9648-1033EAE29560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Political Actors</a:t>
          </a:r>
        </a:p>
      </dsp:txBody>
      <dsp:txXfrm>
        <a:off x="6023190" y="2106299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5B41-A419-6646-E452-96F47201E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7538B-D58F-FAE8-6441-04B686AA6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756B1-E668-9278-73B4-74D2A0D7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BAABB-C172-B368-6C23-B2722B26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D37E5-C8C2-089E-EC56-3D64767D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62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E440-6CF0-C999-6B26-30150B8B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492C4-3F67-205B-74C3-76902C0A9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B8AC-62C2-B48E-0C95-2700026B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FA405-CEA3-4FC8-8E66-F8436489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F0D98-FCD0-C1A6-303C-7E92E159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1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C804A-A4C4-014D-73AB-95ADDF56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49B84-323F-022A-D089-802F9B603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A86FD-2B8F-15F9-99A7-57827800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86CD1-69AD-F28D-1BFF-9ADD6E19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14CFE-EA58-6E80-A9C7-82B77F90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1A37-795A-DE0C-9A72-F2EFCC20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892B2-0ADA-C4AA-B9D6-BAFF0FF15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871BF-6405-D9DB-2EEF-870F6008E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74FC9-B9B3-32B6-F35B-4D53FB5C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8948-5CD4-1793-1509-22738E72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A4308-5B13-7762-C07F-802BEE33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6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BD62-30DD-9A5A-2349-343EFC5E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02668-3131-9ABA-19C3-7D7D1AAC4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D0FB3-FF5F-4002-665E-2D3FDB585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1D2F2-9987-5475-EF26-239877439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E0AD3-E838-45E9-4FC0-247B3C57A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01FAC-CA52-6403-E70C-F277F9CB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73E92-BB6C-ECF6-5C1A-2D4078E6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F344FC-B8D0-EB50-72E6-8F554E47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68DA-DDF9-A7A7-0575-2BA42C86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10514-CC10-89D0-B832-B6528EDD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4C98D-7852-62B0-DC03-5FCFF4BE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0F9B1-1081-0F94-56AB-32E9D114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0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5F05-E104-373F-60A5-589AC693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2FFDC-83F0-6241-54B5-2F10F0F4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19363-2386-4418-C7C1-CF7F3F50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3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5829-BAEC-B88A-6287-D8D1AB1D2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61A35-11D6-FC42-B580-A4BE750AE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BDAD1-651D-8005-83B7-D3C07B2E3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64560-0E31-7A10-0848-39FE1348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E125B-3BAD-8A3A-37CF-15C74D1B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F1D83-3543-E913-08C2-39EC0B32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F491-0854-FA1D-BC57-C97F8D756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E86265-75A9-766B-D077-AC41F1897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4CD15-0C95-F47C-0B1D-584F6B2AA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0D28F-B8A0-4518-1359-D298C799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8834B-FA8A-535D-1365-57DF41FC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96AD6-123B-B745-49E1-1A4E6415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7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6143-32C0-0A70-1F98-59C2A2546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AB61E-C374-C6AB-DAB8-31AE949F5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2432A-76C9-650A-C574-D44944E9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BD310-E953-67B1-2626-842ED647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2F63-4F13-3529-360B-0E576CFC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9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08EB7-B968-27D2-4568-3CBA815E8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E14C9-A9F7-C5E4-B2F9-5C44562B4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C19ED-5433-ED14-7044-2760D697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D7D29-6B0B-3AA9-EF75-6111973F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8E2D7-4B9E-A6CD-0C42-37F387AF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D813C-1C21-B2EF-4632-F2D5F1E5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CAD94-0940-1020-F003-ABE0A25BE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59B6F-255A-EECD-30DA-2B0E399B5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60BAC-4DC4-F14F-9B41-6F2A76EF4A4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C9113-C5D6-BBBC-31F2-C4C5770DD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7529-4263-4EB6-3BF6-CEEE6BB8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DF9A3-EE69-D34D-B57C-F71D7802D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0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54264-D9A5-768A-1C25-FA930C8D8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CA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European Solidarity under Strain? Political Divides over Russia and Ukraine in Europe </a:t>
            </a:r>
            <a:endParaRPr lang="en-US" sz="48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05D79-BEDE-594C-01B5-CB5ED4D88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Dietlind Stolle, Maria Popova, &amp; Rafael Campos-Gottardo</a:t>
            </a:r>
          </a:p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McGill University</a:t>
            </a:r>
          </a:p>
        </p:txBody>
      </p:sp>
    </p:spTree>
    <p:extLst>
      <p:ext uri="{BB962C8B-B14F-4D97-AF65-F5344CB8AC3E}">
        <p14:creationId xmlns:p14="http://schemas.microsoft.com/office/powerpoint/2010/main" val="3537936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9F2C-E1BD-A61A-8DD2-4CDE565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C43F-98C5-18C4-6A72-6D2047650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Theory</a:t>
            </a:r>
          </a:p>
          <a:p>
            <a:r>
              <a:rPr lang="en-US" dirty="0"/>
              <a:t>What is a cleavage? </a:t>
            </a:r>
          </a:p>
          <a:p>
            <a:r>
              <a:rPr lang="en-US" dirty="0"/>
              <a:t>How does threat contribute to the development of new cleavages?</a:t>
            </a:r>
          </a:p>
          <a:p>
            <a:r>
              <a:rPr lang="en-US" dirty="0"/>
              <a:t>How do cleavages structure political conflict?</a:t>
            </a:r>
          </a:p>
          <a:p>
            <a:pPr marL="0" indent="0">
              <a:buNone/>
            </a:pPr>
            <a:r>
              <a:rPr lang="en-US" b="1" dirty="0"/>
              <a:t>Methods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68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FAB1-E490-C077-E0CE-A61836CE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cleavage?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CAFDF-7B85-C81D-49B0-9E5CF6305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Political conflict is organized along enduring lines that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Social-structural divisions that differentiate societal groups.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Contain a corresponding set of structured attitudes.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Express themselves in political alignment and competition </a:t>
            </a:r>
            <a:r>
              <a:rPr lang="en-US" sz="1800" b="1" dirty="0"/>
              <a:t>(</a:t>
            </a:r>
            <a:r>
              <a:rPr lang="en-US" sz="1800" b="1" dirty="0" err="1"/>
              <a:t>Lipset</a:t>
            </a:r>
            <a:r>
              <a:rPr lang="en-US" sz="1800" b="1" dirty="0"/>
              <a:t> and </a:t>
            </a:r>
            <a:r>
              <a:rPr lang="en-US" sz="1800" b="1" dirty="0" err="1"/>
              <a:t>Rokkan</a:t>
            </a:r>
            <a:r>
              <a:rPr lang="en-US" sz="1800" b="1" dirty="0"/>
              <a:t> 1967)</a:t>
            </a:r>
            <a:r>
              <a:rPr lang="en-US" dirty="0"/>
              <a:t>.</a:t>
            </a:r>
          </a:p>
          <a:p>
            <a:r>
              <a:rPr lang="en-US" dirty="0"/>
              <a:t>Modern cleavages are based on individuals’ belief systems.</a:t>
            </a:r>
          </a:p>
          <a:p>
            <a:pPr lvl="1"/>
            <a:r>
              <a:rPr lang="en-US" dirty="0"/>
              <a:t>Belief systems structure how individuals interpret the political world.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9300B91-C46D-CC87-CB22-9BFED44DE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4517665"/>
              </p:ext>
            </p:extLst>
          </p:nvPr>
        </p:nvGraphicFramePr>
        <p:xfrm>
          <a:off x="2032000" y="306625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5813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2904</TotalTime>
  <Words>120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Aharoni</vt:lpstr>
      <vt:lpstr>Aptos</vt:lpstr>
      <vt:lpstr>Aptos Display</vt:lpstr>
      <vt:lpstr>Arial</vt:lpstr>
      <vt:lpstr>Office Theme</vt:lpstr>
      <vt:lpstr>European Solidarity under Strain? Political Divides over Russia and Ukraine in Europe </vt:lpstr>
      <vt:lpstr>Overview</vt:lpstr>
      <vt:lpstr>What is a cleavage?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Campos-Gottardo</dc:creator>
  <cp:lastModifiedBy>Rafael Campos-Gottardo</cp:lastModifiedBy>
  <cp:revision>1</cp:revision>
  <dcterms:created xsi:type="dcterms:W3CDTF">2026-05-12T14:08:04Z</dcterms:created>
  <dcterms:modified xsi:type="dcterms:W3CDTF">2026-05-14T14:32:09Z</dcterms:modified>
</cp:coreProperties>
</file>